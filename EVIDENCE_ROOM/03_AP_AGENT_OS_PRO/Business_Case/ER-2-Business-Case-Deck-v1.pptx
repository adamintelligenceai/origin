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A1F2B"/>
                </a:solidFill>
                <a:latin typeface="Calibri"/>
              </a:rPr>
              <a:t>EVIDENCE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200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852"/>
                </a:solidFill>
                <a:latin typeface="Calibri"/>
              </a:rPr>
              <a:t>AP AGENT 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A1F2B"/>
                </a:solidFill>
                <a:latin typeface="Calibri"/>
              </a:rPr>
              <a:t>BUSINESS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4110E"/>
                </a:solidFill>
                <a:latin typeface="Tinos"/>
              </a:rPr>
              <a:t>A case a controller
can take apart.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5852"/>
                </a:solidFill>
                <a:latin typeface="Calibri"/>
              </a:rPr>
              <a:t>Ranges. Sensitivities. No false precision.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10E"/>
                </a:solidFill>
                <a:latin typeface="Tinos"/>
              </a:rPr>
              <a:t>How to read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110E"/>
                </a:solidFill>
                <a:latin typeface="Calibri"/>
              </a:rPr>
              <a:t>•  Yellow cells in the workbook are yours. Everything else calculates.
•  Capacity is not cash unless a role or a purchase actually changes.
•  External USD 9–10 / invoice is a reference, not your number (Ardent).
•  Deloitte: most finance AI is deployed; most of it does not yet show clear ROI. Design for that honesty.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10E"/>
                </a:solidFill>
                <a:latin typeface="Tinos"/>
              </a:rPr>
              <a:t>Three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110E"/>
                </a:solidFill>
                <a:latin typeface="Calibri"/>
              </a:rPr>
              <a:t>•  Conservative: ~12% exception-time reduction in a bounded first year.
•  Base: ~22% after two promoted agents.
•  Upside: ~35% — a planning bound, not a pledge.
•  If exception rate is unknown, do not publish a dollar savings figure.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10E"/>
                </a:solidFill>
                <a:latin typeface="Tinos"/>
              </a:rPr>
              <a:t>What we will not put on a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110E"/>
                </a:solidFill>
                <a:latin typeface="Calibri"/>
              </a:rPr>
              <a:t>•  Guaranteed ROI, payback, or fraud-loss recovery.
•  A single global AP-automation TAM.
•  Headcount reduction as the primary benefit.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