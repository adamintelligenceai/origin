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463040" cy="3657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914"/>
                </a:solidFill>
                <a:latin typeface="Calibri"/>
              </a:rPr>
              <a:t>WORKSHOP  ·  TEAM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CF7"/>
                </a:solidFill>
                <a:latin typeface="Calibri"/>
              </a:rPr>
              <a:t>Design the agent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CFC3"/>
                </a:solidFill>
                <a:latin typeface="Calibri"/>
              </a:rPr>
              <a:t>A one-day working session. Not a demo day. Not a prompt bake-off.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Proof before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217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4CFC3"/>
                </a:solidFill>
                <a:latin typeface="Calibri"/>
              </a:rPr>
              <a:t>evidenceroom.ai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By 16:30 we will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 scored readiness snapshot (even if incomplete).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One first-slice definition: entity × channel × invoice type.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Two named human owners (Intake + Duplicate).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 draft charter at L0 — or a written reason we will not start.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 parking lot for ‘autonomous payments’ and other out-of-scope 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One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09:00  Proof before permission — the rule, not the product tour.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09:30  As-done AP: channels, exceptions, who actually touches what.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10:30  Taxonomy: map your reason codes; do not invent a parallel list.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11:15  Human vs agent: the four classes that stay human.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12:30  Lunch. No vendor pitches.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13:15  First-slice vote. Heatmap if needed.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14:00  Charter clinic (Intake L0 + Duplicate companion).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15:15  Controls and kill-switch.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15:45  30-day actions. Owners in the room.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16:15  What we will not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How we work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RULES OF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No live invoices with personal data on the projector unless already approved.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No scoring hope. Score what you can show.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Agents are never Accountable on the RACI.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If someone says ‘just let it pay under $500’, write it on the parking lot and move 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Facilitator keeps the clock. Transformation lead owns the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Human vs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For each activity, mark: Human only / Agent recommend / Agent prepare / Agent execute (guardrails).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Payment release — Human only. Non-negotiable in this 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Vendor bank-change — Human only.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Draft a missing-PO email — Agent prepare, send-gate human (default).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Classify EX-GR-001 — Agent recommend or prepare; posting a GR is human / ERP.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If it is not in the charter, it is not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Purpose, exclusions, inputs, tools, output standard.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L0–L4 decision rights. Today we fill L0 and L1 only.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Failure handling and kill-switch.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KPIs with formulas — n_min before we publish a percentage.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Instruction skeleton is a starting operating instruction, not a magic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Tomorrow morning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Owner books observation slots (as-done, not a conference room reconstruction).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Finance Systems opens a read-path ticket — not a write path.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Privacy note started if images will leave the tenant.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Steering date booked. No unsigned savings on that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CF7"/>
                </a:solidFill>
                <a:latin typeface="Calibri"/>
              </a:rPr>
              <a:t>Run the session. Then measure. Then ask for permission.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CFC3"/>
                </a:solidFill>
                <a:latin typeface="Calibri"/>
              </a:rPr>
              <a:t>Primary: evidenceroom.ai/diagnostic    ·    Secondary: Explore the 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Not a savings, fraud, compliance, or autonomous-payment guarantee. Counsel reviews licence and privacy before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