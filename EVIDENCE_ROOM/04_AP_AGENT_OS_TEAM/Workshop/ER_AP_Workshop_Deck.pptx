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F6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F6F5E"/>
                </a:solidFill>
                <a:latin typeface="Calibri"/>
              </a:defRPr>
            </a:pPr>
            <a:r>
              <a:t>EVIDENCE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AP Agent OS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C5C9D1"/>
                </a:solidFill>
                <a:latin typeface="Calibri"/>
              </a:defRPr>
            </a:pPr>
            <a:r>
              <a:t>Designing governed AI agents for Accounts Payable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5C6370"/>
                </a:solidFill>
                <a:latin typeface="Calibri"/>
              </a:defRPr>
            </a:pPr>
            <a:r>
              <a:t>AP Agent Operating System  |  Working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F2E"/>
                </a:solidFill>
                <a:latin typeface="Calibri"/>
              </a:defRPr>
            </a:pPr>
            <a:r>
              <a:t>Workshop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Map current AP pain and exception load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Select first agent candidate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Draft charter, controls, and KPIs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Agree 90-day pilot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370"/>
                </a:solidFill>
                <a:latin typeface="Calibri"/>
              </a:defRPr>
            </a:pPr>
            <a:r>
              <a:t>Evidence Room Workshop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F2E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Context &amp; principles (30m)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Current-state mapping (45m)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Exception taxonomy exercise (40m)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Agent selection &amp; charter (45m)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Controls &amp; KPIs (30m)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Pilot plan &amp; owners (30m)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370"/>
                </a:solidFill>
                <a:latin typeface="Calibri"/>
              </a:defRPr>
            </a:pPr>
            <a:r>
              <a:t>Evidence Room Workshop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F2E"/>
                </a:solidFill>
                <a:latin typeface="Calibri"/>
              </a:defRPr>
            </a:pPr>
            <a:r>
              <a:t>Rules of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Payment authorisation stays human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No tool-vendor bake-off in this session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Evidence over anecdotes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Decide owners before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370"/>
                </a:solidFill>
                <a:latin typeface="Calibri"/>
              </a:defRPr>
            </a:pPr>
            <a:r>
              <a:t>Evidence Room Workshop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F2E"/>
                </a:solidFill>
                <a:latin typeface="Calibri"/>
              </a:defRPr>
            </a:pPr>
            <a:r>
              <a:t>Exception taxonomy drill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Code top 20 exception samples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Find concentration and repeat causes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Identify agent-suitable vs human-judgment clusters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370"/>
                </a:solidFill>
                <a:latin typeface="Calibri"/>
              </a:defRPr>
            </a:pPr>
            <a:r>
              <a:t>Evidence Room Workshop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F2E"/>
                </a:solidFill>
                <a:latin typeface="Calibri"/>
              </a:defRPr>
            </a:pPr>
            <a:r>
              <a:t>Responsibility model L0–L4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L0 Observe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L1 Recommend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L2 Prepare (approval gates)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L3 Execute in guardrails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L4 Managed autonomy — earned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370"/>
                </a:solidFill>
                <a:latin typeface="Calibri"/>
              </a:defRPr>
            </a:pPr>
            <a:r>
              <a:t>Evidence Room Workshop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F2E"/>
                </a:solidFill>
                <a:latin typeface="Calibri"/>
              </a:defRPr>
            </a:pPr>
            <a:r>
              <a:t>Pilot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Population limits (entity, supplier set, value cap)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Success gates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Steering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370"/>
                </a:solidFill>
                <a:latin typeface="Calibri"/>
              </a:defRPr>
            </a:pPr>
            <a:r>
              <a:t>Evidence Room Workshop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F2E"/>
                </a:solidFill>
                <a:latin typeface="Calibri"/>
              </a:defRPr>
            </a:pPr>
            <a:r>
              <a:t>Close-out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Owners named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Next 10 working days actions</a:t>
            </a:r>
          </a:p>
          <a:p>
            <a:pPr>
              <a:spcAft>
                <a:spcPts val="1200"/>
              </a:spcAft>
              <a:defRPr sz="1800">
                <a:solidFill>
                  <a:srgbClr val="1A1F2E"/>
                </a:solidFill>
                <a:latin typeface="Calibri"/>
              </a:defRPr>
            </a:pPr>
            <a:r>
              <a:t>•  Risks logged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370"/>
                </a:solidFill>
                <a:latin typeface="Calibri"/>
              </a:defRPr>
            </a:pPr>
            <a:r>
              <a:t>Evidence Room Workshop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