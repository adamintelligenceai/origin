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EVIDENCE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852"/>
                </a:solidFill>
                <a:latin typeface="Calibri"/>
              </a:rPr>
              <a:t>AP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110E"/>
                </a:solidFill>
                <a:latin typeface="Tinos"/>
              </a:rPr>
              <a:t>AP Agent OS
working session.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852"/>
                </a:solidFill>
                <a:latin typeface="Calibri"/>
              </a:rPr>
              <a:t>Team Edition. Artefacts, not brainstorming.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Rules of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We will map a real invoice, not the poster SOP.
•  Unknown is a valid answer and a score of zero.
•  No one promises savings in this room.
•  Payment authority stays human — all afternoon.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Agenda — 4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20m  Why agents, not tools.
•  40m  Current-state evidence.
•  50m  Process map one lane.
•  30m  Taxonomy coding drill.
•  25m  Pick and charter the first agent.
•  25m  Controls and injection.
•  20m  KPI baseline.
•  20m  90-day plan and kill criteria.
•  10m  What the CFO will hear.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Responsibility model (memorise this)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L0 Observe — L1 Recommend — L2 Prepare — L3 Execute in guardrails — L4 Managed autonomy.
•  You will leave at L0/L1 unless evidence already exists. It almost never does on day one.
•  A critical breach returns the agent to L0 the same 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Coding drill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Twelve exceptions. One primary code each.
•  If bank details appear, the code is EX-BK-001. Amount does not outrank it.
•  If you want a new code, write it down — do not invent it in production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Exit artefacts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Completed diagnostic band.
•  One process map.
•  One charter skeleton with exclusions filled.
•  Three KPIs from three families.
•  Named owners and a kill criterion.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