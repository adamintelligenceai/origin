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011680" cy="36576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7349"/>
                </a:solidFill>
              </a:defRPr>
            </a:pPr>
            <a: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3EFE6"/>
                </a:solidFill>
                <a:latin typeface="Georgia"/>
              </a:defRPr>
            </a:pPr>
            <a:r>
              <a:t>AP Agent OS —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C2B4"/>
                </a:solidFill>
              </a:defRPr>
            </a:pPr>
            <a:r>
              <a:t>Responsibility is earned.  ·  AP Agent OS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How we will work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No vendor demo before lunch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No autonomous payment language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Empty charter fields fail the 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Shared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Agent = role with a charter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Taxonomy = one primary code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Evidence = sample, log,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EXERCISE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Code twenty / agentise one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Measure inter-rater agreement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Colour human / deterministic / agent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Draft one Level 1 charter before 15:00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Steering 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First agent, owner, exclusions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Four KPIs and the kill switch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What we will not automate this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