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65960"/>
            <a:ext cx="1463040" cy="3657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914"/>
                </a:solidFill>
                <a:latin typeface="Calibri"/>
              </a:rPr>
              <a:t>CFO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CF7"/>
                </a:solidFill>
                <a:latin typeface="Calibri"/>
              </a:rPr>
              <a:t>Proof before permission.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CFC3"/>
                </a:solidFill>
                <a:latin typeface="Calibri"/>
              </a:rPr>
              <a:t>How finance leadership governs an AP agent layer — without replacing the stack or releasing cash to a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6914"/>
                </a:solidFill>
                <a:latin typeface="Calibri"/>
              </a:rPr>
              <a:t>Proof before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217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4CFC3"/>
                </a:solidFill>
                <a:latin typeface="Calibri"/>
              </a:rPr>
              <a:t>evidenceroom.ai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The question you will be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158"/>
                </a:solidFill>
                <a:latin typeface="Calibri"/>
              </a:rPr>
              <a:t>Not ‘do we have AI?’ — ‘what is it allowed to do?’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Deloitte Finance Trends 2026 (8 Oct 2025): 63% of finance teams have fully deployed AI; 21% report clear, measurable ROI; 14% use fully integrated agents.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The gap is operating design: named jobs, evidence packets, autonomy that starts at Observe.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APQC (16 Mar 2026): top vs bottom AP cost per $1,000 revenue is about $0.38 vs $0.92 — process quality still moves money. Independent. Not our result.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You do not need another capture vendor to start. You need a rule for permission.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158"/>
                </a:solidFill>
                <a:latin typeface="Calibri"/>
              </a:rPr>
              <a:t>An operating system for the agent layer. ERP-agnostic.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Sixteen named agents — intake through orchestrator — each with a charter, exclusions, and a human owner.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Five autonomy levels. Default is L0 Observe. Promotion is earned per agent × entity × slice.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Four classes that stay human: payment release, vendor bank-change, policy exceptions, legal disputes.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It does not post your ledger, pay your suppliers, or replace SAP, Oracle, D365, NetSuite, or Workday.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The stack, not a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WORKFORCE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Capture: Intake.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Qualify: Validation, Matching, Duplicate &amp; Anomaly.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Resolve: Exception triage, GR, PO quality, supplier and internal follow-up, statements.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Control: Approval routing, payment-proposal review (human authorises the run).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Steer: Close, reporting, root cause. Orchestrator sequences and stops — it does not match or pay.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Responsibility is 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PERMISSION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L0 Observe — reviews, cannot act.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L1 Recommend — advice for a human.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L2 Prepare — drafts; send/post requires approval.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L3 Execute within guardrails — pre-approved low-risk writes only.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L4 Managed autonomy — bounded, sampled, kill-switched. Still no cash movement.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 kickoff deck is not a promotion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What you can show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Packet standard: case_id, evidence_refs, autonomy applied, human_required.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Control matrix: risk, control, owner, evidence, frequency, escalation.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Kill-switch and fallback SOP if the model or vendor is dark.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Unsigned ‘savings’ do not enter this pack.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How to talk about money without lying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Hackett (19 Nov 2025) found software-adopter averages of 60% touchless and 3.5× productivity at ≥30% touchless. That is their research on AP solutions — not Evidence Room performance.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Your case uses your volume, your exception minutes, your loaded cost.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Conservative / Base / Upside. Capacity is not cash until you sign it.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If Conservative net is negative, that is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One bounded agent — not the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90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Days 1–15: diagnostic, owners, slice, observe as-done work.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Days 16–35: charter at L0, access, gold-first historical test.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Days 36–50: shadow. No action permissions.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Days 51–70: controlled pilot only if evidence. Allow-list. At-most-once writes.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Days 71–90: measure vs baseline. Promote one increment or stay.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Actual duration depends on data, integrations, DoA, and governance. State that every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What we are asking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Appoint a human owner for Intake and for Duplicate &amp; Anomaly.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Name one legal entity and one channel as the first slice.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Approve L0 shadow budget (time, access, privacy review) — not L3.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Refuse any success criterion that is ‘autonomous payment release’.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CF7"/>
                </a:solidFill>
                <a:latin typeface="Calibri"/>
              </a:rPr>
              <a:t>Assess your AP Agent readiness.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CFC3"/>
                </a:solidFill>
                <a:latin typeface="Calibri"/>
              </a:rPr>
              <a:t>Primary: evidenceroom.ai/diagnostic    ·    Secondary: Explore the 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6914"/>
                </a:solidFill>
                <a:latin typeface="Calibri"/>
              </a:rPr>
              <a:t>Not a savings, fraud, compliance, or autonomous-payment guarantee. Counsel reviews licence and privacy before 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