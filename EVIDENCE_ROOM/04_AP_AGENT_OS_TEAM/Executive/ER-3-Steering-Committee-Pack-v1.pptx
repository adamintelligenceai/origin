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1F2B"/>
                </a:solidFill>
                <a:latin typeface="Calibri"/>
              </a:rPr>
              <a:t>EVIDENCE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852"/>
                </a:solidFill>
                <a:latin typeface="Calibri"/>
              </a:rPr>
              <a:t>AP AGENT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1F2B"/>
                </a:solidFill>
                <a:latin typeface="Calibri"/>
              </a:rPr>
              <a:t>STEERING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110E"/>
                </a:solidFill>
                <a:latin typeface="Tinos"/>
              </a:rPr>
              <a:t>AP agent programme
steer pack.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852"/>
                </a:solidFill>
                <a:latin typeface="Calibri"/>
              </a:rPr>
              <a:t>Monthly. Four families of metric. No vanity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Pack contents (fixed)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1. Control incidents and overrides — first, not last.
•  2. Operational: STP, exception rate, ageing, cycle time vs baseline.
•  3. Agent scoreboard: level, population, inside-gate Y/N.
•  4. Financial ranges only if Controller-attested.
•  5. Decisions required: promote / hold / rollback / next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This month — example (fiction)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A05 shadow complete. Agreement 91% on owner ID. No writes.
•  A10 exact-key precision 100% on planted tests; near-dupe precision 74% — stays L1.
•  One INJECT-RISK flag; failed closed; no incident.
•  No financial savings claimed.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Decisions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Approve A05 Level 2 for Plant 20 only?
•  Keep A10 at Recommend until near-dupe ≥85%?
•  Data access for payment-proposal extract — still open with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