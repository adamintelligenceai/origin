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EVIDENCE ROOM</a:t>
            </a:r>
          </a:p>
          <a:p>
            <a:pPr>
              <a:defRPr sz="3200" b="1"/>
            </a:pPr>
            <a:r>
              <a:t>Business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Business Case</a:t>
            </a:r>
          </a:p>
          <a:p>
            <a:pPr>
              <a:spcBef>
                <a:spcPts val="800"/>
              </a:spcBef>
              <a:defRPr sz="1600"/>
            </a:pPr>
            <a:r>
              <a:t>• Conservative: 15% efficiency gain</a:t>
            </a:r>
          </a:p>
          <a:p>
            <a:pPr>
              <a:spcBef>
                <a:spcPts val="800"/>
              </a:spcBef>
              <a:defRPr sz="1600"/>
            </a:pPr>
            <a:r>
              <a:t>• Base: 25% efficiency gain</a:t>
            </a:r>
          </a:p>
          <a:p>
            <a:pPr>
              <a:spcBef>
                <a:spcPts val="800"/>
              </a:spcBef>
              <a:defRPr sz="1600"/>
            </a:pPr>
            <a:r>
              <a:t>• Upside: 35% efficiency gain</a:t>
            </a:r>
          </a:p>
          <a:p>
            <a:pPr>
              <a:spcBef>
                <a:spcPts val="800"/>
              </a:spcBef>
              <a:defRPr sz="1600"/>
            </a:pPr>
            <a:r>
              <a:t>• ROI calculator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Next Steps</a:t>
            </a:r>
          </a:p>
          <a:p>
            <a:pPr>
              <a:spcBef>
                <a:spcPts val="800"/>
              </a:spcBef>
              <a:defRPr sz="1600"/>
            </a:pPr>
            <a:r>
              <a:t>• Complete AP AI Readiness Diagnostic</a:t>
            </a:r>
          </a:p>
          <a:p>
            <a:pPr>
              <a:spcBef>
                <a:spcPts val="800"/>
              </a:spcBef>
              <a:defRPr sz="1600"/>
            </a:pPr>
            <a:r>
              <a:t>• Select first agent</a:t>
            </a:r>
          </a:p>
          <a:p>
            <a:pPr>
              <a:spcBef>
                <a:spcPts val="800"/>
              </a:spcBef>
              <a:defRPr sz="1600"/>
            </a:pPr>
            <a:r>
              <a:t>• Write Agent Charter</a:t>
            </a:r>
          </a:p>
          <a:p>
            <a:pPr>
              <a:spcBef>
                <a:spcPts val="800"/>
              </a:spcBef>
              <a:defRPr sz="1600"/>
            </a:pPr>
            <a:r>
              <a:t>• Begin shadow mode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