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1F2B"/>
                </a:solidFill>
                <a:latin typeface="Calibri"/>
              </a:rPr>
              <a:t>EVIDENCE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852"/>
                </a:solidFill>
                <a:latin typeface="Calibri"/>
              </a:rPr>
              <a:t>AP AGENT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1F2B"/>
                </a:solidFill>
                <a:latin typeface="Calibri"/>
              </a:rPr>
              <a:t>CFO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110E"/>
                </a:solidFill>
                <a:latin typeface="Tinos"/>
              </a:rPr>
              <a:t>AI in Accounts Payable
that can survive a board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852"/>
                </a:solidFill>
                <a:latin typeface="Calibri"/>
              </a:rPr>
              <a:t>Evidence Room — AP Agent OS  ·  Not software. An operating system for agents.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10E"/>
                </a:solidFill>
                <a:latin typeface="Tinos"/>
              </a:rPr>
              <a:t>The problem is not awareness.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10E"/>
                </a:solidFill>
                <a:latin typeface="Calibri"/>
              </a:rPr>
              <a:t>•  Finance teams are already deploying AI (Deloitte 2026: 63% active use).
•  Clear, measurable ROI remains the minority (21%). Fully integrated agents: 14%.
•  AP is where scale is happening first (Hackett 2026: 33% scaling AI in AP).
•  Workload is up, headcount and budget are not (Hackett: +3.2% work, −2.1% HC, −1.7% budget).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852"/>
                </a:solidFill>
                <a:latin typeface="Calibri"/>
              </a:rPr>
              <a:t>Sources in the research ledger. Not a promise that your programme will look like the averages.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10E"/>
                </a:solidFill>
                <a:latin typeface="Tinos"/>
              </a:rPr>
              <a:t>What still costs money in 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10E"/>
                </a:solidFill>
                <a:latin typeface="Calibri"/>
              </a:rPr>
              <a:t>•  All-inclusive cost per invoice still reported near USD 9–10 (Ardent 2024–26 vintages).
•  Best-in-class near USD 2.78 versus others near USD 12.88 (Ardent 2024).
•  Exceptions still one in seven to one in five invoices, depending on the cut.
•  About a fifth of AP time still goes to supplier inquiries.
•  Automation can raise unit cost when volume does not support the stack (IOFM).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10E"/>
                </a:solidFill>
                <a:latin typeface="Tinos"/>
              </a:rPr>
              <a:t>What we are not asking you to buy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10E"/>
                </a:solidFill>
                <a:latin typeface="Calibri"/>
              </a:rPr>
              <a:t>•  Not an ERP replacement. Not a payments product. Not ‘autonomous AP’.
•  Not a guarantee of savings, fraud catch, or compliance.
•  Not a prompt pack. A job description, a control, a measure, a promotion rule.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10E"/>
                </a:solidFill>
                <a:latin typeface="Tinos"/>
              </a:rPr>
              <a:t>The operating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10E"/>
                </a:solidFill>
                <a:latin typeface="Calibri"/>
              </a:rPr>
              <a:t>•  Sixteen specified agents across intake, match, exceptions, GR, approvals, suppliers, statements, payment review, close, reporting, root cause, orchestration.
•  Five responsibility levels. Default is Observe. Payment authorisation stays human.
•  Deterministic services do the maths. Agents classify, draft, explain, prioritise.
•  Promotion requires evidence. A critical breach returns the agent to Level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10E"/>
                </a:solidFill>
                <a:latin typeface="Tinos"/>
              </a:rPr>
              <a:t>Control questions we already wrote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10E"/>
                </a:solidFill>
                <a:latin typeface="Calibri"/>
              </a:rPr>
              <a:t>•  Who is accountable if the agent is wrong?
•  Can it change a bank account? (No.)
•  Can it release a payment? (No.)
•  What happens if the invoice says ‘ignore policy’?
•  What evidence will internal audit be handed?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10E"/>
                </a:solidFill>
                <a:latin typeface="Tinos"/>
              </a:rPr>
              <a:t>A 90-day ask that is not a transformation theatre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10E"/>
                </a:solidFill>
                <a:latin typeface="Calibri"/>
              </a:rPr>
              <a:t>•  Measure 90 days of volume, exceptions, cycle time. Unknown is a finding.
•  Charter one agent. Usually missing GR, duplicates, or match — not all sixteen.
•  Historical test, then shadow, then Level 1–2 in a bounded population.
•  Controller attests any dollar figure before it reaches a steer pack.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10E"/>
                </a:solidFill>
                <a:latin typeface="Tinos"/>
              </a:rPr>
              <a:t>Investment vs the stack you already 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10E"/>
                </a:solidFill>
                <a:latin typeface="Calibri"/>
              </a:rPr>
              <a:t>•  AP platforms are a mid-five to six-figure decision. This OS is a design layer.
•  Professional USD 199 · Team USD 499 · Blueprint USD 1,500–3,000.
•  Use it to decide what to automate, what must stay human, and how you will prove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1F2B"/>
                </a:solidFill>
                <a:latin typeface="Calibri"/>
              </a:rPr>
              <a:t>EVIDENCE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852"/>
                </a:solidFill>
                <a:latin typeface="Calibri"/>
              </a:rPr>
              <a:t>AP AGENT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1F2B"/>
                </a:solidFill>
                <a:latin typeface="Calibri"/>
              </a:rP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110E"/>
                </a:solidFill>
                <a:latin typeface="Tinos"/>
              </a:rPr>
              <a:t>Nothing acts
without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852"/>
                </a:solidFill>
                <a:latin typeface="Calibri"/>
              </a:rPr>
              <a:t>Questions. Then the diagnostic — not a demo of a robot paying invoices.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