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/>
            </a:pPr>
            <a:r>
              <a:t>EVIDENCE ROOM</a:t>
            </a:r>
          </a:p>
          <a:p>
            <a:pPr>
              <a:defRPr sz="3200" b="1"/>
            </a:pPr>
            <a:r>
              <a:t>Steering Committee Pack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/>
            </a:pPr>
            <a:r>
              <a:t>Programme Status</a:t>
            </a:r>
          </a:p>
          <a:p>
            <a:pPr>
              <a:spcBef>
                <a:spcPts val="800"/>
              </a:spcBef>
              <a:defRPr sz="1600"/>
            </a:pPr>
            <a:r>
              <a:t>• Agents deployed: ___</a:t>
            </a:r>
          </a:p>
          <a:p>
            <a:pPr>
              <a:spcBef>
                <a:spcPts val="800"/>
              </a:spcBef>
              <a:defRPr sz="1600"/>
            </a:pPr>
            <a:r>
              <a:t>• Current autonomy levels</a:t>
            </a:r>
          </a:p>
          <a:p>
            <a:pPr>
              <a:spcBef>
                <a:spcPts val="800"/>
              </a:spcBef>
              <a:defRPr sz="1600"/>
            </a:pPr>
            <a:r>
              <a:t>• KPI performance vs baseline</a:t>
            </a:r>
          </a:p>
          <a:p>
            <a:pPr>
              <a:spcBef>
                <a:spcPts val="800"/>
              </a:spcBef>
              <a:defRPr sz="1600"/>
            </a:pPr>
            <a:r>
              <a:t>• Risks and issues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/>
            </a:pPr>
            <a:r>
              <a:t>Decisions Required</a:t>
            </a:r>
          </a:p>
          <a:p>
            <a:pPr>
              <a:spcBef>
                <a:spcPts val="800"/>
              </a:spcBef>
              <a:defRPr sz="1600"/>
            </a:pPr>
            <a:r>
              <a:t>• Autonomy progression approval</a:t>
            </a:r>
          </a:p>
          <a:p>
            <a:pPr>
              <a:spcBef>
                <a:spcPts val="800"/>
              </a:spcBef>
              <a:defRPr sz="1600"/>
            </a:pPr>
            <a:r>
              <a:t>• Budget for next phase</a:t>
            </a:r>
          </a:p>
          <a:p>
            <a:pPr>
              <a:spcBef>
                <a:spcPts val="800"/>
              </a:spcBef>
              <a:defRPr sz="1600"/>
            </a:pPr>
            <a:r>
              <a:t>• Scope expansion</a:t>
            </a:r>
          </a:p>
          <a:p>
            <a:pPr>
              <a:spcBef>
                <a:spcPts val="800"/>
              </a:spcBef>
              <a:defRPr sz="1600"/>
            </a:pPr>
            <a:r>
              <a:t>• Resource allocation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