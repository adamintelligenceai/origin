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F6F5E"/>
                </a:solidFill>
                <a:latin typeface="Calibri"/>
              </a:defRPr>
            </a:pPr>
            <a:r>
              <a:t>EVIDENCE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 Agent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5C9D1"/>
                </a:solidFill>
                <a:latin typeface="Calibri"/>
              </a:defRPr>
            </a:pPr>
            <a:r>
              <a:t>Illustrative model — validate with your 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6370"/>
                </a:solidFill>
                <a:latin typeface="Calibri"/>
              </a:defRPr>
            </a:pPr>
            <a:r>
              <a:t>AP Agent Operating System  |  Working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F2E"/>
                </a:solidFill>
                <a:latin typeface="Calibri"/>
              </a:defRPr>
            </a:pPr>
            <a:r>
              <a:t>How to use this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Replace assumptions with local volume, FTE, exception, and cost data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Run Conservative / Base / Upside — present Conservative to steering by default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Separate capacity released from cash savings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Re-forecast after shadow mode with measured accuracy and cycle-time deltas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370"/>
                </a:solidFill>
                <a:latin typeface="Calibri"/>
              </a:defRPr>
            </a:pPr>
            <a:r>
              <a:t>Evidence Room — Operating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F2E"/>
                </a:solidFill>
                <a:latin typeface="Calibri"/>
              </a:defRPr>
            </a:pPr>
            <a:r>
              <a:t>Evidence we can cite externally (independent)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Ardent Partners: Best-in-Class AP teams show materially lower cost/invoice, faster cycle times, and lower exception rates vs peers (State of ePayables research series).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Use as context for ambition — not as a promise that Evidence Room delivers the same delta.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370"/>
                </a:solidFill>
                <a:latin typeface="Calibri"/>
              </a:defRPr>
            </a:pPr>
            <a:r>
              <a:t>Evidence Room — Operating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F2E"/>
                </a:solidFill>
                <a:latin typeface="Calibri"/>
              </a:defRPr>
            </a:pPr>
            <a: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Approve baseline measurement sprint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Fund first-agent shadow pilot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Defer autonomy expansion until gates are met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370"/>
                </a:solidFill>
                <a:latin typeface="Calibri"/>
              </a:defRPr>
            </a:pPr>
            <a:r>
              <a:t>Evidence Room — Operating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