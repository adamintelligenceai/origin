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011680" cy="36576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7349"/>
                </a:solidFill>
              </a:defRPr>
            </a:pPr>
            <a:r>
              <a:t>EVIDENCE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3EFE6"/>
                </a:solidFill>
                <a:latin typeface="Georgia"/>
              </a:defRPr>
            </a:pPr>
            <a:r>
              <a:t>Business case — worked ranges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C2B4"/>
                </a:solidFill>
              </a:defRPr>
            </a:pPr>
            <a:r>
              <a:t>Responsibility is earned.  ·  AP Agent OS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Use your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Volume, FTE, fully loaded cost, exception minutes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Tooling and implementation as cash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8% / 18% / 30% of exception labour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Evidence Room planning ranges — not forecasts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Payback may be unattractive. That is a finding.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