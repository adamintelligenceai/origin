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F6F5E"/>
                </a:solidFill>
                <a:latin typeface="Calibri"/>
              </a:defRPr>
            </a:pPr>
            <a:r>
              <a:t>EVIDENCE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 Agent Transformation</a:t>
            </a:r>
            <a:br/>
            <a:r>
              <a:t>Steering 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5C9D1"/>
                </a:solidFill>
                <a:latin typeface="Calibri"/>
              </a:defRPr>
            </a:pPr>
            <a:r>
              <a:t>From experimentation to governed, measurable agent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C6370"/>
                </a:solidFill>
                <a:latin typeface="Calibri"/>
              </a:defRPr>
            </a:pPr>
            <a:r>
              <a:t>AP Agent Operating System  |  Working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F2E"/>
                </a:solidFill>
                <a:latin typeface="Calibri"/>
              </a:defRPr>
            </a:pPr>
            <a:r>
              <a:t>The problem we are solving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AP automation tools process transactions; they rarely define how agents earn responsibility.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Exception work still consumes disproportionate AP capacity.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AI pilots stall without governance, KPIs, and control design.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Finance leaders need an operating system — not another prompt pack.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370"/>
                </a:solidFill>
                <a:latin typeface="Calibri"/>
              </a:defRPr>
            </a:pPr>
            <a:r>
              <a:t>Evidence Room — Operating 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F2E"/>
                </a:solidFill>
                <a:latin typeface="Calibri"/>
              </a:defRPr>
            </a:pPr>
            <a:r>
              <a:t>What Evidence Room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An AP Agent Operating System: design, govern, measure, and scale AI agents across AP.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ERP-agnostic — sits above Dynamics, SAP, Oracle, NetSuite, Workday and peers.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Human accountability first. Payment authorisation remains human-controlled.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Responsibility is earned: Observe → Recommend → Prepare → Execute in guardrails → Managed autonomy.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370"/>
                </a:solidFill>
                <a:latin typeface="Calibri"/>
              </a:defRPr>
            </a:pPr>
            <a:r>
              <a:t>Evidence Room — Operating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F2E"/>
                </a:solidFill>
                <a:latin typeface="Calibri"/>
              </a:defRPr>
            </a:pPr>
            <a:r>
              <a:t>The 16-agent AP stack (summary)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Intake, Validation, Matching, Exception Triage, Goods Receipt, PO Quality, Approval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Supplier Resolution, Internal Follow-Up, Duplicate &amp; Anomaly, Vendor Statement, Payment Proposal Review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AP Close, AP Reporting, Root Cause, AP Manager / Orchestrator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Start with one bounded agent — typically Exception Triage, Intake, or Missing GR follow-up.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370"/>
                </a:solidFill>
                <a:latin typeface="Calibri"/>
              </a:defRPr>
            </a:pPr>
            <a:r>
              <a:t>Evidence Room — Operating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F2E"/>
                </a:solidFill>
                <a:latin typeface="Calibri"/>
              </a:defRPr>
            </a:pPr>
            <a:r>
              <a:t>Governance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Named human owner for every agent — no orphans.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Segregation of duties: agents never authorise payments.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Shadow mode before production rights.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Version control for prompts, models, tools, and workflows.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Audit evidence packs for autonomy progression.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370"/>
                </a:solidFill>
                <a:latin typeface="Calibri"/>
              </a:defRPr>
            </a:pPr>
            <a:r>
              <a:t>Evidence Room — Operating Evidence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F2E"/>
                </a:solidFill>
                <a:latin typeface="Calibri"/>
              </a:defRPr>
            </a:pPr>
            <a:r>
              <a:t>How we will measure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Operational: STP rate, exception ageing, resolution time, human intervention rate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Financial: cost per invoice, hours released (validated vs estimated), inference cost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Risk/control: false positive/negative rates, control breaches, rework, escalations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No vanity metrics. Capacity released ≠ cash saved until redesign is evidenced.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370"/>
                </a:solidFill>
                <a:latin typeface="Calibri"/>
              </a:defRPr>
            </a:pPr>
            <a:r>
              <a:t>Evidence Room — Operating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F2E"/>
                </a:solidFill>
                <a:latin typeface="Calibri"/>
              </a:defRPr>
            </a:pPr>
            <a:r>
              <a:t>Illustrative 90-day path (one agent)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Days 1–30: Diagnostic, discovery, charter, controls, KPI baseline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Days 31–60: Historical tests + shadow mode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Days 61–90: Controlled pilot (L2), steering go/no-go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Duration depends on systems, data quality, integrations, and governance appetite.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370"/>
                </a:solidFill>
                <a:latin typeface="Calibri"/>
              </a:defRPr>
            </a:pPr>
            <a:r>
              <a:t>Evidence Room — Operating Evidence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F2E"/>
                </a:solidFill>
                <a:latin typeface="Calibri"/>
              </a:defRPr>
            </a:pPr>
            <a:r>
              <a:t>Decisions requested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Confirm sponsor and first-agent scope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Approve shadow-mode data access (read-only)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Agree KPI baseline and success gates</a:t>
            </a:r>
          </a:p>
          <a:p>
            <a:pPr>
              <a:spcAft>
                <a:spcPts val="1200"/>
              </a:spcAft>
              <a:defRPr sz="1800">
                <a:solidFill>
                  <a:srgbClr val="1A1F2E"/>
                </a:solidFill>
                <a:latin typeface="Calibri"/>
              </a:defRPr>
            </a:pPr>
            <a:r>
              <a:t>•  Schedule steering review at end of pilot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C6370"/>
                </a:solidFill>
                <a:latin typeface="Calibri"/>
              </a:defRPr>
            </a:pPr>
            <a:r>
              <a:t>Evidence Room — Operating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