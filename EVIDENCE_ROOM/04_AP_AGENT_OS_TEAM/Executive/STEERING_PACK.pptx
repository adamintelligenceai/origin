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011680" cy="36576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7349"/>
                </a:solidFill>
              </a:defRPr>
            </a:pPr>
            <a:r>
              <a:t>EVIDENCE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3EFE6"/>
                </a:solidFill>
                <a:latin typeface="Georgia"/>
              </a:defRPr>
            </a:pPr>
            <a:r>
              <a:t>Steering committee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C2B4"/>
                </a:solidFill>
              </a:defRPr>
            </a:pPr>
            <a:r>
              <a:t>Responsibility is earned.  ·  AP Agent OS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This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Queue and ageing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Sample accuracy and high-risk false negatives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Incidents (including zero)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Cost per correct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Hold, fix, promote, retire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Autonomy does not change in the meeting without an evidence pack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Controls signs promotions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