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463040" cy="3657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914"/>
                </a:solidFill>
                <a:latin typeface="Calibri"/>
              </a:rPr>
              <a:t>STEERING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CF7"/>
                </a:solidFill>
                <a:latin typeface="Calibri"/>
              </a:rPr>
              <a:t>Evidence, then a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CFC3"/>
                </a:solidFill>
                <a:latin typeface="Calibri"/>
              </a:rPr>
              <a:t>A standing pack. Section 0 is actions. Unsigned savings are omitted.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Proof before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217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4CFC3"/>
                </a:solidFill>
                <a:latin typeface="Calibri"/>
              </a:rPr>
              <a:t>evidenceroom.ai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Decisions this sitting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SECTION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Stay / promote / demote / kill — for the named agent × entity × slice.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Access or privacy blockers — who clears them.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Any EX-PAY-001 (banking-change) items — listed even if count is zero.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Do not add a ‘strategic AI’ slide in front of this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What is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Agent, entity, channel, invoice type, current level, ceiling.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Human owner present or represented.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n for the period. If n &lt; n_min, show counts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Risk-control can veto promotion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False-negative on duplicates. Control breaches. Overrides.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Prompt-injection or tool-allow-list incidents.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Applied autonomy &gt; registered ceiling — treat as an incident.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 pretty operational chart does not override a risk-control fail.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Two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Modelled (from the workbook) — labelled MODELLED.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Validated (Controller-signed) — labelled VALIDATED.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If the second column is empty, say so. Do not average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One increment or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Promotion requires the evidence pack in Autonomy Progression.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Two signatures for L3+ (owner + Controller or Controls).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Sampling plan and rollback written before the vote.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If evidence is thin, the correct decision is stay.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CF7"/>
                </a:solidFill>
                <a:latin typeface="Calibri"/>
              </a:rPr>
              <a:t>No proof, no promotion.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CFC3"/>
                </a:solidFill>
                <a:latin typeface="Calibri"/>
              </a:rPr>
              <a:t>Primary: evidenceroom.ai/diagnostic    ·    Secondary: Explore the 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Not a savings, fraud, compliance, or autonomous-payment guarantee. Counsel reviews licence and privacy before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