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256032" cy="2560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5303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CF7"/>
                </a:solidFill>
                <a:latin typeface="Calibri"/>
              </a:rPr>
              <a:t>EVIDENCE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B8A888"/>
                </a:solidFill>
                <a:latin typeface="Calibri"/>
              </a:rPr>
              <a:t>TEAM EDITION  ·  FACILITATION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CF7"/>
                </a:solidFill>
                <a:latin typeface="Calibri"/>
              </a:rPr>
              <a:t>Redesign the AP agent layer in two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F3EFE6"/>
                </a:solidFill>
                <a:latin typeface="Calibri"/>
              </a:rPr>
              <a:t>A working session for AP, controllership, procurement, receiving, systems, and internal audit.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B8A888"/>
                </a:solidFill>
                <a:latin typeface="Calibri"/>
              </a:rPr>
              <a:t>Evidence Room AP Agent OS · Team  ·  Version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035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B8A888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Outcomes by 16:30 tomorrow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A current-state map for one invoice path (not the entire enterprise).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Coded exceptions using E01–E27.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One signed agent charter at Level 0 or 1.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A control extract including C-A12-01 (human payment release).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A 4–6 week test plan with named owners.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AP AGENT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Day 1 — Observe to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09:00  Purpose, rules, what we will not decide today.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09:30  Walkthrough: one real invoice, start to park/post.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11:00  Extract steps, systems, decisions, controls.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13:00  Exception taxonomy coding of last month's top 20.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15:00  RACI for the chosen path.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16:30  Playback. No tooling debate.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AP AGENT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Day 2 — Agentise to Measure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09:00  Human / recommend / prepare / execute / deterministic split.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10:30  Draft the first charter (usually A04, A05, or A10).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12:30  Controls and evidence list.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14:00  Historical sample design and shadow protocol.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15:30  Steering one-pager. Risks. Decline criteria.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AP AGENT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House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5212080" cy="4937760"/>
          </a:xfrm>
          <a:prstGeom prst="rect">
            <a:avLst/>
          </a:prstGeom>
          <a:solidFill>
            <a:srgbClr val="FAF7F0"/>
          </a:solidFill>
          <a:ln>
            <a:solidFill>
              <a:srgbClr val="B8A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1143000"/>
            <a:ext cx="5394960" cy="4937760"/>
          </a:xfrm>
          <a:prstGeom prst="rect">
            <a:avLst/>
          </a:prstGeom>
          <a:solidFill>
            <a:srgbClr val="FAF7F0"/>
          </a:solidFill>
          <a:ln>
            <a:solidFill>
              <a:srgbClr val="B8A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5C45"/>
                </a:solidFill>
                <a:latin typeface="Calibri"/>
              </a:rPr>
              <a:t>We will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8C3A2F"/>
                </a:solidFill>
                <a:latin typeface="Calibri"/>
              </a:rPr>
              <a:t>We will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Use Northline-style examples if live data cannot leave the room.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Write exclusions before features.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Timebox tooling talk to 15 minutes.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Leave with owners, not ideas.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Pick a model vendor on day one.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Promise savings.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Let an agent approve or pay.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Call a demo a control.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AP AGENT WORKSHOP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Exercise: first agent, not favourite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Score candidates on: data available, control clarity, reversible failure, volume, political heat.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Prefer a high-volume, well-coded exception (missing GR, price variance) over a glamorous 'AI payables' story.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If payment proposal is proposed first, start A12 at Level 0 only.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AP AGENT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