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78"/>
                </a:solidFill>
                <a:latin typeface="Calibri"/>
              </a:rPr>
              <a:t>EVIDENCE ROOM ·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AP Agent OS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4EF"/>
                </a:solidFill>
                <a:latin typeface="Calibri"/>
              </a:rPr>
              <a:t>Design the agent layer across the stack you already 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Calibri"/>
              </a:rPr>
              <a:t>Outcomes for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Shared language for AP agents vs automation vs ERP features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Draft exception taxonomy for your environment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Shortlist of first two agent candidates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Named human owners and control boundaries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30-day action list with evidence requirements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Calibri"/>
              </a:rPr>
              <a:t>Exercise 1 — Process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Map one invoice happy path on sticky notes / board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Add three recent exceptions with who touched them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Mark systems, decisions, and controls on each step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Facilitator captures into Process Discovery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Calibri"/>
              </a:rPr>
              <a:t>Exercise 2 — Human vs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For each step: Human only / Agent recommend / Agent prepare / Deterministic automation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No step may be 'full autonomy' without an evidence path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Payment authorisation stays human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Record disagreements — they are design gold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Calibri"/>
              </a:rPr>
              <a:t>Exercise 3 — First agent charter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Pick one bounded use case (e.g., missing GR follow-up)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Fill job description, exclusions, KPIs, escalation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Set starting autonomy to Level 0 or 1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Identify data access and least-privilege needs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Calibri"/>
              </a:rPr>
              <a:t>Exercise 4 — Control &amp;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Select 5 controls from the Control Matrix pattern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Select 6 KPIs across operational + risk categories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Define shadow-mode success criteria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Schedule performance review date before any promotion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Calibri"/>
              </a:rPr>
              <a:t>Close — commitments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Owners confirm 30-day actions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Steering date booked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No production agent actions without charter + controls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Evidence over hype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