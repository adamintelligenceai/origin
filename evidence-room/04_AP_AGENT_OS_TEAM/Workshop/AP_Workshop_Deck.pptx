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 Agent OS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2-Day Facilitation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5C"/>
                </a:solidFill>
              </a:defRPr>
            </a:pPr>
            <a:r>
              <a:t>Day 1 — Discover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09:00 — Welcome and objectives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09:30 — Current-state AP assessment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10:30 — AP AI Readiness Diagnostic results review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11:30 — Exception taxonomy and baseline analysis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13:00 — Process walkthrough exercise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14:30 — Agent architecture overview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15:30 — First agent selection workshop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16:30 — Day 1 wrap-up and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5C"/>
                </a:solidFill>
              </a:defRPr>
            </a:pPr>
            <a:r>
              <a:t>Day 2 —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09:00 — Agent charter writing exercise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10:30 — Governance and controls design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11:30 — KPI framework establishment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13:00 — Human vs agent decision mapping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14:30 — 90-day implementation planning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15:30 — Business case development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16:30 — Executive readout preparation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5C"/>
                </a:solidFill>
              </a:defRPr>
            </a:pPr>
            <a:r>
              <a:t>Workshop Exercise 1: Process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Select one AP subprocess (e.g., PO matching)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Map current-state steps on wall template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Identify: systems, decisions, exceptions, controls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Mark each step: Human / Agent Recommend / Agent Prepare / Agent Execute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Identify top 3 automation opportunities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Document in Process Discovery 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5C"/>
                </a:solidFill>
              </a:defRPr>
            </a:pPr>
            <a:r>
              <a:t>Workshop Exercise 2: Agent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Score candidate agents on: volume, complexity, risk, data availability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Apply Human vs Agent Decision Framework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Select ONE agent for 90-day pilot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Draft agent charter using template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Define success criteria and KPIs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Identify controls and approval gates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5C"/>
                </a:solidFill>
              </a:defRPr>
            </a:pPr>
            <a:r>
              <a:t>Workshop Exercise 3: Governance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Assign human owners for each agent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Define autonomy starting level (recommend Level 0-1)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Map controls to agent risks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Define escalation triggers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Establish audit evidence requirements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Create certification schedule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