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347472" cy="347472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347472" cy="347472"/>
          </a:xfrm>
          <a:prstGeom prst="rect">
            <a:avLst/>
          </a:prstGeom>
          <a:noFill/>
          <a:ln w="12700">
            <a:solidFill>
              <a:srgbClr val="B0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93E"/>
                </a:solidFill>
                <a:latin typeface="Calibri"/>
              </a:rPr>
              <a:t>CFO / CONTROLLER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2160F"/>
                </a:solidFill>
                <a:latin typeface="Georgia"/>
              </a:rPr>
              <a:t>Proof before permission.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154"/>
                </a:solidFill>
                <a:latin typeface="Calibri"/>
              </a:rPr>
              <a:t>How to put AI on accounts payable without unofficial permission, a second ERP, or a payment robot.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154"/>
                </a:solidFill>
                <a:latin typeface="Calibri"/>
              </a:rPr>
              <a:t>Proof before permission.  ·  Working draft. Not a forecast.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What you are being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Put AI on invoice-to-pay without a workforce model.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Keep ERP as the accounting system of record.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Keep named humans as the cash system of record.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Do not buy another platform to start the design work.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Do not accept a savings guarantee as the success criterion.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2160F"/>
                </a:solidFill>
                <a:latin typeface="Georgia"/>
              </a:rPr>
              <a:t>What this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This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 Finance Agent Operating System — method and toolkit.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Sixteen named agents, a packet standard, a permission ladder.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An evidence-gated promotion model (L0–L4).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ERP-agnostic: SAP, Oracle, D365, NetSuite, Workday.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This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An ERP, OCR engine, or payment institution.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 ChatGPT prompt pack or AI ebook.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 fraud-detection guarantee or compliance certificate.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A promise of savings, payback, or touchless 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Hard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The payment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Agents may observe, recommend, or prepare.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They do not approve, release, or transmit payment.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Vendor bank-detail changes stay human.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Period-close attestation stays human.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Write this on the wall before any pilot.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Workforce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Sixteen named roles, not “AP AI”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Wave 1: Intake, Validation, Matching, Triage, Duplicate &amp; Anomaly, Orchestrator — L0/L1.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Wave 2: Goods Receipt, Approval, Supplier Resolution, Internal Follow-up, Payment Proposal Review (annotate only).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Wave 3: Statement, Close, Reporting, Root Cause, PO Quality.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Wave 4: earned execute for a named clean-match class only — still never payment.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Do not commission sixteen L3 agents.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2160F"/>
                </a:solidFill>
                <a:latin typeface="Georgia"/>
              </a:rPr>
              <a:t>Agents earn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L0 Observe — shadow report only.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L1 Recommend — propose with a packet.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Remaining at L1 is a successful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Earned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L2 Prepare — ready-to-act packet; human executes.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L3 Execute inside a written limit table.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L4 Managed autonomy of that same bounded set.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Missing any gate item is a decline.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Public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Independent evidence we will cite (and only this)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McKinsey State of AI 2025 (n=1,993): 88% use AI in at least one function.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Nearly two-thirds have not begun scaling across the enterprise.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62% at least experiment with agents; 23% scale an agent somewhere.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High performers redesign workflows. That is the work.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Ardent cost-per-invoice figures are vendor-citing-independent. Do not paste them as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What Internal Audit should be able to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Charter, autonomy register, and limit table for every live helper.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Packet: source, extract, match worksheet or coded fail, owner, SLA, flag outcome.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Overrides logged. Promotions change-controlled. One-hour rollback named.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Dual humans on payment release. Vendor-bank change control exists.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Cost of inference vs correct outcomes — not tokens as a vanity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How we talk about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The workbook does arithmetic on your inputs. It is not a forecast.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Duplicate-suspect lines do not create savings.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Leave unknowns blank. Do not replace them with industry averages.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Validated savings require a Finance attestation method.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Conservative / Base / Upside are envelopes, not commitments.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What we will have done in two weeks if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Diagnostic scored. Vetoes honoured.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One path mapped. Exception codes from the closed list.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Six Wave 1 charters with named owners or VACANT.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Shadow design: coverage, sample, language, rollback.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Steering date. No unofficial copilots on payment.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Sit the free diagnostic (36 questions).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Charter Wave 1 with owners and exclusions.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Licence Professional ($199) or Team ($499) if the room agrees.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Counsel reviews licence, privacy, and the Evidence Room LLC collision note before public launch.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Refuse the frame if the success criterion is a guaranteed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