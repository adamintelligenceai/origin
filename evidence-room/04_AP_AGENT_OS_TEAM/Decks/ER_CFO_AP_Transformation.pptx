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Proof before permission.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EVIDENCE ROOM — AP AGENT OS</a:t>
            </a:r>
          </a:p>
          <a:p>
            <a:r>
              <a:t>CFO / Controller briefing · working draft · not a forecast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are being asked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Put AI on accounts payable without unofficial permission.</a:t>
            </a:r>
          </a:p>
          <a:p>
            <a:pPr/>
            <a:r>
              <a:t>Keep ERP as the accounting system of record.</a:t>
            </a:r>
          </a:p>
          <a:p>
            <a:pPr/>
            <a:r>
              <a:t>Keep named humans as the cash system of record.</a:t>
            </a:r>
          </a:p>
          <a:p>
            <a:pPr/>
            <a:r>
              <a:t>Do not buy another platform to start.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this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 Finance Agent Operating System — method and toolkit.</a:t>
            </a:r>
          </a:p>
          <a:p>
            <a:pPr/>
            <a:r>
              <a:t>Sixteen named agents, a packet standard, a permission ladder.</a:t>
            </a:r>
          </a:p>
          <a:p>
            <a:pPr/>
            <a:r>
              <a:t>Not an ERP. Not a payment product. Not a prompt pack.</a:t>
            </a:r>
          </a:p>
          <a:p>
            <a:pPr/>
            <a:r>
              <a:t>Not a guarantee of savings, fraud detection, or compliance.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payment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Agents may observe, recommend, or prepare.</a:t>
            </a:r>
          </a:p>
          <a:p>
            <a:pPr/>
            <a:r>
              <a:t>They do not approve, release, or transmit payment.</a:t>
            </a:r>
          </a:p>
          <a:p>
            <a:pPr/>
            <a:r>
              <a:t>Vendor bank changes stay human.</a:t>
            </a:r>
          </a:p>
          <a:p>
            <a:pPr/>
            <a:r>
              <a:t>Period-close attestation stays human.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Public record (independent)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McKinsey State of AI 2025 (n=1,993): 88% use AI in ≥1 function.</a:t>
            </a:r>
          </a:p>
          <a:p>
            <a:pPr/>
            <a:r>
              <a:t>Nearly two-thirds have not begun scaling across the enterprise.</a:t>
            </a:r>
          </a:p>
          <a:p>
            <a:pPr/>
            <a:r>
              <a:t>62% at least experiment with agents; 23% scale an agent somewhere.</a:t>
            </a:r>
          </a:p>
          <a:p>
            <a:pPr/>
            <a:r>
              <a:t>High performers redesign workflows. That is the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Sit the free diagnostic (36 questions).</a:t>
            </a:r>
          </a:p>
          <a:p>
            <a:pPr/>
            <a:r>
              <a:t>Charter Wave 1 with owners and exclusions.</a:t>
            </a:r>
          </a:p>
          <a:p>
            <a:pPr/>
            <a:r>
              <a:t>Licence Professional ($199) or Team ($499) if the room agrees.</a:t>
            </a:r>
          </a:p>
          <a:p>
            <a:pPr/>
            <a:r>
              <a:t>Counsel reviews licence, privacy, and trademark collision notes before public launch.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