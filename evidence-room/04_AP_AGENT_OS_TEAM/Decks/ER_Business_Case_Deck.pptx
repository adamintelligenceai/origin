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Arithmetic on your inputs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CASE</a:t>
            </a:r>
          </a:p>
          <a:p>
            <a:r>
              <a:t>Not a forecast. Duplicate-suspect savings = 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the workbook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Enter volume, FTE, loaded cost, touch and exception times.</a:t>
            </a:r>
          </a:p>
          <a:p>
            <a:pPr/>
            <a:r>
              <a:t>Leave unknowns blank.</a:t>
            </a:r>
          </a:p>
          <a:p>
            <a:pPr/>
            <a:r>
              <a:t>Read Conservative / Base / Upside as envelopes.</a:t>
            </a:r>
          </a:p>
          <a:p>
            <a:pPr/>
            <a:r>
              <a:t>Do not paste vendor $2.78 as a target.</a:t>
            </a:r>
          </a:p>
          <a:p>
            <a:pPr/>
            <a:r>
              <a:t>Validated savings require a Finance attestation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