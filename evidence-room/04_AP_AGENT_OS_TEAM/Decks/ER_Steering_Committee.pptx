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 layer — decision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STEERING</a:t>
            </a:r>
          </a:p>
          <a:p>
            <a:r>
              <a:t>Promote / hold / demote. Not a celebration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Required 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Scorecard with locked formulas.</a:t>
            </a:r>
          </a:p>
          <a:p>
            <a:pPr/>
            <a:r>
              <a:t>Exception ageing by code.</a:t>
            </a:r>
          </a:p>
          <a:p>
            <a:pPr/>
            <a:r>
              <a:t>Autonomy register.</a:t>
            </a:r>
          </a:p>
          <a:p>
            <a:pPr/>
            <a:r>
              <a:t>Incidents and overrides.</a:t>
            </a:r>
          </a:p>
          <a:p>
            <a:pPr/>
            <a:r>
              <a:t>Cost of inference vs correct outcomes.</a:t>
            </a:r>
          </a:p>
          <a:p>
            <a:pPr/>
            <a:r>
              <a:t>A written recommend / hold / demote.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