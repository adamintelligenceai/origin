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347472" cy="347472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0080"/>
            <a:ext cx="347472" cy="347472"/>
          </a:xfrm>
          <a:prstGeom prst="rect">
            <a:avLst/>
          </a:prstGeom>
          <a:noFill/>
          <a:ln w="12700">
            <a:solidFill>
              <a:srgbClr val="B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893E"/>
                </a:solidFill>
                <a:latin typeface="Calibri"/>
              </a:rPr>
              <a:t>STEERING COMMITTEE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8229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12160F"/>
                </a:solidFill>
                <a:latin typeface="Georgia"/>
              </a:rPr>
              <a:t>Promote / hold / demote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154"/>
                </a:solidFill>
                <a:latin typeface="Calibri"/>
              </a:rPr>
              <a:t>A decision pack, not a celebration slide. Missing artefacts are a decline.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154"/>
                </a:solidFill>
                <a:latin typeface="Calibri"/>
              </a:rPr>
              <a:t>Proof before permission.  ·  Working draft. Not a forecast.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Required artefacts or we do not sit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Scorecard with locked formulas and a named window.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Exception ageing by closed-list code and named owner.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Autonomy register — every live helper, including informal copilots.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Incidents, overrides, and rollback tests.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Cost of inference versus correct outcomes.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A written recommend / hold / demote for each agent in scope.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What we are allowed to decide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Hold at current level.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Demote (including to retired).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Promote one step if every gate item exists.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Refuse a new class of work.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We are not allowed to set a savings target as a substitute for a packet.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2160F"/>
                </a:solidFill>
                <a:latin typeface="Georgia"/>
              </a:rPr>
              <a:t>Promotion is change-controlled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4023360" cy="50292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0" y="1234440"/>
            <a:ext cx="4023360" cy="50292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893E"/>
                </a:solidFill>
                <a:latin typeface="Calibri"/>
              </a:rPr>
              <a:t>Must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37490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Signed charter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Gate pack (gold-label + shadow)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Limit table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Detection path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One-hour rollback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Named sign-offs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Register entry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893E"/>
                </a:solidFill>
                <a:latin typeface="Calibri"/>
              </a:rPr>
              <a:t>Automatic decline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828800"/>
            <a:ext cx="37490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Any item missing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Payment in the proposed rights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Vendor-bank write in the tools list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Dummy GR or invented PO in the sample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Unofficial copilot discovered on the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Hard ceiling — not a steering topic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Agent 12 annotates payment proposals.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Dual humans release.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There is no L3 for payment.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If C1 is absent, Agent 12 remains CLOSED.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Questions the challenger 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Show me the artefact — not the dashboard.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Who is Accountable? An agent cannot hold 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What happens in one hour if we roll back?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Which informal helpers are not on the register?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Where did a model invent a receipt, a PO, or a bank account?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What we write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Decision per agent: promote / hold / demote / retire.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Evidence IDs reviewed.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Dissent, if any.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Next sample window.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Communications owner for operators and Audit.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Language we will not use in the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Guaranteed savings. Validated ROI. Touchless AP.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Fraud detection. Audit-ready. Compliant.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Autonomous payments. The agent paid.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Industry-average cost per invoice as our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