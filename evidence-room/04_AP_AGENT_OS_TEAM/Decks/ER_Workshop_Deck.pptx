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 Agent OS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EDITION</a:t>
            </a:r>
          </a:p>
          <a:p>
            <a:r>
              <a:t>One day. One path. No unofficial permission.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09:00 Diagnostic challenge — show the artefact.</a:t>
            </a:r>
          </a:p>
          <a:p>
            <a:pPr/>
            <a:r>
              <a:t>10:15 Map the path (PO-goods first).</a:t>
            </a:r>
          </a:p>
          <a:p>
            <a:pPr/>
            <a:r>
              <a:t>11:15 Exception codes — closed list.</a:t>
            </a:r>
          </a:p>
          <a:p>
            <a:pPr/>
            <a:r>
              <a:t>12:00 Payment sentence on the wall.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Afternoon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13:00 Charter two agents (Matching + Triage).</a:t>
            </a:r>
          </a:p>
          <a:p>
            <a:pPr/>
            <a:r>
              <a:t>14:15 Controls and SoD.</a:t>
            </a:r>
          </a:p>
          <a:p>
            <a:pPr/>
            <a:r>
              <a:t>15:15 Shadow and UAT design.</a:t>
            </a:r>
          </a:p>
          <a:p>
            <a:pPr/>
            <a:r>
              <a:t>16:00 Steering decision: commission / wait / refuse the frame.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