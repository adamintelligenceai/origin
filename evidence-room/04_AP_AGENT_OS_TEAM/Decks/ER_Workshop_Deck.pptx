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347472" cy="347472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347472" cy="347472"/>
          </a:xfrm>
          <a:prstGeom prst="rect">
            <a:avLst/>
          </a:prstGeom>
          <a:noFill/>
          <a:ln w="12700">
            <a:solidFill>
              <a:srgbClr val="B0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893E"/>
                </a:solidFill>
                <a:latin typeface="Calibri"/>
              </a:rPr>
              <a:t>TEAM EDITION · ONE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2160F"/>
                </a:solidFill>
                <a:latin typeface="Georgia"/>
              </a:rPr>
              <a:t>AP Agent OS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154"/>
                </a:solidFill>
                <a:latin typeface="Calibri"/>
              </a:rPr>
              <a:t>One path. Six draft charters. A written payment sentence. No unofficial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154"/>
                </a:solidFill>
                <a:latin typeface="Calibri"/>
              </a:rPr>
              <a:t>Proof before permission.  ·  Working draft. Not a forecast.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What this day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Design the agent layer. Keep the stack.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Outcome: maturity sentence, hold status, Wave 1 charters, two-week shadow plan, steering date.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Non-outcome: platform shortlist, savings target, fraud programme, L3 design.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Banned claims stay banned in the room.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Check: everyone can say “prepare is not execute.”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Two sentences on the wall before 09:00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ERP is the system of record for accounting.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Named humans are the system of record for cash.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Participants write their role on a card. No opening video.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Treasury repeats the payment sentence before lunch.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09:00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Contract of the day (20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What this is: operating system for an agent layer.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What this is not: ERP project, payment product, prompt class.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Payment sentence. Ask Treasury to repeat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Banned claims: savings guarantee, fraud detection, compliance, accuracy, autonomous pay.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09:20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Exercise 1 — Diagnostic lightning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36 questions. Score as a room. Challenger is Controls.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Output: six dimension averages, vetoes, band sentence on the wall.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If C1 is disputed, do not average — reconstruct the last payment run after the break.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A5 at 0 or 1 vetoes placement above maturity L2.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10:35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Exercise 2 — Ten exceptions + one payment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Groups of three: Match + Controls + Transformation; Ops + Payments + Process Owner.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Classify from the closed list. No free-text “other” as a culture.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Output: class A–J table; list of demo temptations; at least one Class A refusal written.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Dummy GR and invented PO are Class A refusals.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12:45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Holds review with Controller / Treasury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Walk C1 (dual humans on payment), C2 (vendor-bank), dummy GR, DOA climb.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Write used / documented / absent.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If C1 absent: afternoon charters are L0 only; Agent 12 card is marked CLOSED.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Do not move holds to an email if the Controller only has 45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13:15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Exercise 3 — Wave 1 charters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Stations for agents 01, 02, 03, 04, 10, 16.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Owner, object types, packet, exclusions, starting level (L0 or L1).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Exclusions read aloud. Payment is never in scope.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VACANT is an acceptable owner. Inventing an owner is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15:00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Exercise 4 — Shadow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Coverage, sample sizes, language sample, rollback, operator huddle date.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Shadow is L0: no action permissions.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Output: two-week calendar.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If the packet cannot be reconstructed in 90 days, do not promote.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15:40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Exercise 5 — Steering and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Terms of reference skim. Monday note. Who tells operators. Who tells Audit.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Output: steering date; comms owners.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Close: read the wall. Parking lot assigned.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Facilitator: “We did not set a savings target. That was on purpose.”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2160F"/>
                </a:solidFill>
                <a:latin typeface="Georgia"/>
              </a:rPr>
              <a:t>Who must be in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234440"/>
            <a:ext cx="4023360" cy="5029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Process owner / AP manager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Controls or Internal Audit challenger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Match / exception desk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Transformation facilitator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893E"/>
                </a:solidFill>
                <a:latin typeface="Calibri"/>
              </a:rPr>
              <a:t>Join at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Controller or CAO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Treasury / payments lead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ERP / systems owner (afternoon if needed)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0F"/>
                </a:solidFill>
                <a:latin typeface="Calibri"/>
              </a:rPr>
              <a:t>·  Procurement if PO Quality is in Wave 1 — it is not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48 hours after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Owners confirm they accept the job description.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IAM starts the service-account request.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Informal helpers listed on the autonomy register.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Implementation tracker loaded.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No live invoice pasting into chats or copilots.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0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893E"/>
                </a:solidFill>
                <a:latin typeface="Calibri"/>
              </a:rPr>
              <a:t>EVIDENCE ROOM — AP AGENT OS   ·  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2160F"/>
                </a:solidFill>
                <a:latin typeface="Georgia"/>
              </a:rPr>
              <a:t>Same blocks if remote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321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Exercises 2 and 3 in breakouts of 25 minutes + 10-minute plenary.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Send packs the night before.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Prohibit live invoice pasting into chats.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2160F"/>
                </a:solidFill>
                <a:latin typeface="Calibri"/>
              </a:rPr>
              <a:t>·  Treasury still repeats the payment sentence out 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