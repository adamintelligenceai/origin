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AP Agent 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7F4EF"/>
                </a:solidFill>
                <a:latin typeface="Calibri"/>
              </a:rPr>
              <a:t>Conservative · Base · Upside — illustrative, not guaranteed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78"/>
                </a:solidFill>
                <a:latin typeface="Calibri"/>
              </a:rPr>
              <a:t>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33"/>
                </a:solidFill>
                <a:latin typeface="Calibri"/>
              </a:rPr>
              <a:t>Input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Invoice volume, FTE, loaded cost, manual-touch %, exception rate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Resolution minutes, duplicate rate, late-payment / discount opportunity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AI/tool cost, implementation cost, efficiency ranges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Replace defaults with your actuals before steering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78"/>
                </a:solidFill>
                <a:latin typeface="Calibri"/>
              </a:rPr>
              <a:t>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33"/>
                </a:solidFill>
                <a:latin typeface="Calibri"/>
              </a:rPr>
              <a:t>Output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Baseline cost and capacity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Scenario benefits and net benefit after tool cost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Payback and Year-1 ROI ranges (illustrative)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Sensitivity to efficiency and AI cost assumptions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78"/>
                </a:solidFill>
                <a:latin typeface="Calibri"/>
              </a:rPr>
              <a:t>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33"/>
                </a:solidFill>
                <a:latin typeface="Calibri"/>
              </a:rPr>
              <a:t>How to present without hype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Show ranges, not single-point miracles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Separate capacity released from cash validated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Cite external benchmarks as context only (Ardent 2025 $9.84 / $2.65)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Commit to measurement before claiming success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