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AP Agent OS — from experiment to operating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7F4EF"/>
                </a:solidFill>
                <a:latin typeface="Calibri"/>
              </a:rPr>
              <a:t>Governed agents. Measurable outcomes. Evidence over hype.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7E2B"/>
                </a:solidFill>
                <a:latin typeface="Calibri"/>
              </a:rPr>
              <a:t>CFO / Finance Leadership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The operating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AP teams face material exception work and rising AI pressure simultaneously.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Industry context (Ardent Partners 2025): avg cost/invoice $9.84; BIC $2.65; exception 18.4%; STP 35.4%; AI adoption 44%.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Software stacks automate capture and workflow; few organisations have an agent operating model.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Question for leadership: who owns agent decisions, evidence, and autonomy expansion?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What Evidence Room is — and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Is: an operating system toolkit for designing, governing, and measuring AP AI agents.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Is not: an ERP, AP suite, payment network, or prompt pack.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Works across Dynamics, SAP, Oracle, NetSuite, Workday, and other environments.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Payment authorisation remains human-controlled.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The 16-agent AP workforce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Intake → Validation → Matching → Exception Triage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Goods Receipt → PO Quality → Approvals → Supplier &amp; Internal follow-up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Duplicate/Anomaly indicators → Statement recon → Payment proposal review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Close → Reporting → Root cause → Orchestrator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Responsibility is earned (Levels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L0 Observe · L1 Recommend · L2 Prepare · L3 Execute within guardrails · L4 Managed autonomy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Never default to full autonomy.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Promotion requires KPI evidence, control sign-off, and dual approval.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Demotion is mandatory after material control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Governance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Human accountability and segregation of duties retained.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Agent Control Matrix: risk, control, owner, evidence, frequency, escalation.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Prompt-injection, hallucination, and output-validation controls required.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Audit logs, version control, and incident response are first-class artefacts.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Illustrative economics (not a guarantee)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Use organisation actuals in the ROI calculator; defaults include Ardent context benchmarks.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Model Conservative / Base / Upside — avoid false precision.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Track capacity released separately from validated cash savings.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Only book benefits with Finance-validated evidence packs.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Recommended 90-day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Weeks 1–2: readiness diagnostic + baseline KPIs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Weeks 3–6: discover process; charter first agent; shadow mode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Weeks 7–10: controlled pilot on bounded scope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Weeks 11–12: performance review; decide earned responsibility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EVIDENCE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Ask of the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Approve AP Agent OS as the governance frame for Finance AI experiments.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Nominate human owners for first agent and controls.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Fund Team Edition facilitation ($499 toolkit) or Custom Blueprint ($1,500–$3,000) as appropriate.</a:t>
            </a:r>
          </a:p>
          <a:p>
            <a:pPr>
              <a:spcAft>
                <a:spcPts val="800"/>
              </a:spcAft>
              <a:defRPr sz="1800">
                <a:solidFill>
                  <a:srgbClr val="0B1F33"/>
                </a:solidFill>
                <a:latin typeface="Calibri"/>
              </a:defRPr>
            </a:pPr>
            <a:r>
              <a:t>Require evidence packs before any autonomy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6F78"/>
                </a:solidFill>
                <a:latin typeface="Calibri"/>
              </a:rPr>
              <a:t>AP Agent OS · Confidential working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