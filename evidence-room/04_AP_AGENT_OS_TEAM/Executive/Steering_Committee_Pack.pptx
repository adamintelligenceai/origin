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Steering Committee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AP Agent Transformation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Programme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Current Phase: [Phase X — Name]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Active Agent: [Agent Name] at Autonomy Level [X]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Overall Readiness Score: [X%]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Implementation Progress: [X%] complete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Next Milestone: [Date — Milestone]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KPI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Cost per invoice: [Baseline] → [Current] (Target: [X])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STP rate: [Baseline]% → [Current]% (Target: [X]%)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Exception resolution time: [Baseline] → [Current] days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Agent classification accuracy: [X]%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Human intervention rate: [X]%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Duplicate invoices detected: [X] this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Risks &amp;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[Risk/Issue 1] — Status: [Open/Mitigated] — Owner: [Name]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[Risk/Issue 2] — Status: [Open/Mitigated] — Owner: [Name]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[Risk/Issue 3] — Status: [Open/Mitigated] — Owner: [Name]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Escalations this period: [X]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Control breaches: [X]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Decisions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1. Autonomy progression for [Agent Name]: Level [X] → Level [Y]?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2. Approval to proceed to Phase [X]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3. Budget approval for [next phase/tool]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4. Resource allocation: [FTE requirements]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