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256032" cy="2560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5303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CF7"/>
                </a:solidFill>
                <a:latin typeface="Calibri"/>
              </a:rP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INVESTMENT CASE  ·  ILLUSTRATIVE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CF7"/>
                </a:solidFill>
                <a:latin typeface="Calibri"/>
              </a:rPr>
              <a:t>Capacity first. Cash second. Controls always.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3EFE6"/>
                </a:solidFill>
                <a:latin typeface="Calibri"/>
              </a:rPr>
              <a:t>A model for discussing AP agent economics without false precision.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Use ER_AP_ROI_CALCULATOR.xlsx  ·  Version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035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How to talk about money without lying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Start from the customer's cost model, not $15 vs $3 blog figures.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Hours released are not savings until hours-to-cash conversion is applied and Finance signs.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Show Conservative / Base / Upside. If Conservative does not work, do not scale.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Put AI run-rate and implementation cost on the same page as benefits.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Never present F without 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Ardent context (independent)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Best-in-Class defined as the 20% with lowest processing cost and shortest cycle (Ardent 2024).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Those teams: 78% lower cost, 82% faster, 59% lower exceptions; 9% exception rate.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That is a description of a peer set, not a model output for your 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Northline illustration (fictional)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18,000 invoices / month · 14 AP FTE · 20% exception rate · 22 minutes each.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Base case in the calculator can show capacity and cost-to-serve movement.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It may not show cash payback. If it does not, say so — as the workbook does.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Replace every input before this slide leaves the building.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6370"/>
                </a:solidFill>
                <a:latin typeface="Calibri"/>
              </a:rPr>
              <a:t>ILLUSTRATIVE. Not a customer case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BUSINESS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