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 Agent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Evidence-Based Transformation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Monthly invoice volume: 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AP headcount: [X] FTE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Cost per invoice: $[X] (benchmark: $9.40 average)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STP rate: [X]% (benchmark: 32.6% average)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Exception rate: [X]% (benchmark: 14-18%)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Processing time: [X] days (benchmark: 8-9 days)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Proposed Future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16-agent architecture deployed in phases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First agent: [Name] at Level [X] autonomy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Target STP rate: [X]% within 12 months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Target cost per invoice: $[X]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Governed autonomy with human oversight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Measurable KPI framework from day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Evidence Room AP Agent OS: $[199-499]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Implementation (internal + external): $[X]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AI/tool subscriptions (annual): $[X]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Integration development: $[X]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Training and change management: $[X]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Total Year 1 investment: $[X]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5C"/>
                </a:solidFill>
              </a:defRPr>
            </a:pPr>
            <a:r>
              <a:t>Expected Benefits (Illustrative)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Conservative (15%): $[X] annual benefit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Base (30%): $[X] annual benefit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Upside (45%): $[X] annual benefit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Payback period: [X] months (base scenario)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3-year ROI: [X]% (base scenario)</a:t>
            </a:r>
          </a:p>
          <a:p>
            <a:pPr>
              <a:spcAft>
                <a:spcPts val="800"/>
              </a:spcAft>
              <a:defRPr sz="1600">
                <a:solidFill>
                  <a:srgbClr val="0B1220"/>
                </a:solidFill>
              </a:defRPr>
            </a:pPr>
            <a:r>
              <a:t>DISCLAIMER: Estimates only — validate with your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