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AP Agent Operating System — CFO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The AP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Average cost to process one invoice: $9.40 (Ardent Partners, 2024)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Best-in-class organisations achieve $2.78 per invoice — 79% lower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Only 32.6% of invoices process straight-through without manual touch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Exception rates average 14-18% across organisations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Invoice processing takes 8-9 days on average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 teams spend 22% of time on supplier inquiries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What Agentic AP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Not replacing your AP team — redesigning how they work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AI agents handle repeatable analytical and administrative tasks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Humans retain judgment, exceptions, supplier relationships, and controls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Agents earn responsibility through demonstrated performance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Governed autonomy — not autonomous payments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Operates across your existing ERP and AP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16-Agent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AP-INT-01 Invoice Intake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AP-VAL-02 Invoice Validation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AP-MAT-03 Matching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AP-TRI-04 Exception Triage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AP-GR-05 Goods Receipt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AP-POQ-06 PO Quality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AP-APR-07 Approval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AP-SUP-08 Supplier Resolution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Agents 9-16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AP-INT-09 Internal Follow-Up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AP-DUP-10 Duplicate &amp; Anomaly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AP-VSR-11 Vendor Statement Reconciliation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AP-PPR-12 Payment Proposal Review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AP-CLS-13 AP Close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AP-RPT-14 AP Reporting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AP-RCA-15 Root Cause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AP-ORC-16 AP Manager / Orchestrator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Agents Earn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Level 0 — Observe: Agent reviews but cannot act. All outputs are logged for analysis.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Level 1 — Recommend: Agent produces recommendations for humans. No system actions.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Level 2 — Prepare: Agent prepares actions (drafts, classifications, routing) requiring human approval.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Level 3 — Execute within guardrails: Agent executes pre-approved low-risk activities within defined tolerances.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Level 4 — Managed autonomy: Agent operates independently within boundaries with exception-based human oversight.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Business Case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Conservative scenario: 15% efficiency improvement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Base scenario: 30% efficiency improvement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Upside scenario: 45% efficiency improvement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Payback typically 6-12 months for first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Duplicate prevention alone can save $10K-$50K annually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See ROI Calculator for organisation-specific modelling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DISCLAIMER: Illustrative only — not a guarantee of savings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Implementation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Phase 0-1: Baseline and process discovery (5 weeks)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Phase 2-4: Agent specification and prototype (7 weeks)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Phase 5-7: Testing and shadow mode (7 weeks)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Phase 8-10: Controlled execution and scale (ongoing)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Accelerated: 4-6 weeks for one well-bounded agent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Start with highest-volume, lowest-risk use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Evidence Room Product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Free: AP AI Readiness Diagnostic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Starter ($79): Core frameworks and top 10 agent blueprints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Professional ($199): Full 16-agent OS with governance and ROI tools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Team ($499): Enterprise workshop and change management pack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Custom ($1,500-3,000): Bespoke transformation blueprint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1. Complete the AP AI Readiness Diagnostic (free)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2. Review readiness score with AP leadership team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3. Select first bounded agent use case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4. Establish baseline KPIs from current operations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5. Begin 90-day implementation programme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Contact: evidenceroom.ai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